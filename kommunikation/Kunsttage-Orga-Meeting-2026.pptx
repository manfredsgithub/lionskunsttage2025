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ORGATEAM-MEETING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087"/>
                </a:solidFill>
              </a:rPr>
              <a:t>Wie wir Aufwand besser verteilen
und gleichzeitig zuverlässiger werden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Bisher lag die gesamte Datenverantwortung auf zwei Personen. Das war ein Systemfehler. 2026 lösen wir das strukturell.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749039" cy="33375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Bisheriges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Excel-Tabellen aus bis zu 5 Clubs — handschriftliche Einträge
• Alles konvergierte bei zwei Personen
• Single Point of Failure: fällt eine aus, stockt alles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3749039" cy="333756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Die Lösung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Künstler erfassen ihre Daten direkt im System
• Das Orgateam prüft und gibt frei
• Mehrere Personen können Aufgaben übernehmen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23160"/>
            <a:ext cx="3749039" cy="3337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Was wir heute brauchen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Namen für die vier Freigabe-Aufgaben
• Vollständige Künstlerlisten aller Clubs
• Entscheidung: Server und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253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Deadline: Mitte September 2026 — Katalog muss online sein, bevor Einladungen rausgehen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VORAB — EINE WICHTIGE WEICHENSTELLUNG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3087"/>
                </a:solidFill>
              </a:rPr>
              <a:t>Wie heißen wir nach außen — und warum das zählt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Der Name „Lions-Kunsttage" beschreibt uns intern korrekt. Nach außen wirkt er wie ein geschlossener Zirkel.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577840" cy="2743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„Lions-Kunsttage" — was Außenstehende hören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⚠  Klingt nach einem internen Club-Event
⚠  Erzeugt Schwellenangst bei Nicht-Mitgliedern
⚠  „Eintritt frei" wird nicht geglaubt
⚠  Journalisten kategorisieren es als Vereinsveranstaltung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5577840" cy="274320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„Kunsttage Ludwigshoehe" — was wir wollen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„Kunsttage" bleibt — unser stärkstes Markenelement
✔  Erlebnis im Vordergrund: Kunst, Location, Wochenende
✔  Offen für alle — Eintritt frei
✔  Lions als Veranstalter bleibt sichtbar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5577840" cy="9144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73152" cy="9144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675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„Der Club ermöglicht es — die Kunst gehört allen."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257800"/>
            <a:ext cx="5577840" cy="9144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3675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Konsequenz: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852160"/>
            <a:ext cx="530352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kunsttage-ludwigshoehe.de — noch frei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8192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68E96"/>
                </a:solidFill>
              </a:rPr>
              <a:t>Lions ist NICHT weg: der Club steht weiterhin als Veranstalter, Absender und Garant für den gemeinnützigen Zweck — nur nicht mehr als Türsteher.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ANALYSE: BISHERIGER ABLAUF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3087"/>
                </a:solidFill>
              </a:rPr>
              <a:t>Alles lief durch zwei Personen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Das Orgateam hat hervorragende Arbeit geleistet — aber der Prozess hat eine Engstelle erzeugt.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57784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7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WAS BEI DEN ZWEI PERSONEN ANKAM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 Excel aus bis zu 5 Clubs — jede in anderem 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38728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 Unleserliche Eintraege entziffern, fehlende nachfragen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 Rueckfragen ueber Clubmitglieder — oft mehrere Runden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55464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 Alle Daten manuell abtippen und ins System eingeben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23160"/>
            <a:ext cx="5577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7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FOLGEN DIESES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80360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392B"/>
                </a:solidFill>
              </a:rPr>
              <a:t>!  Dateninkonsistenz: Excel, Website und Shop nicht synchron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38728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392B"/>
                </a:solidFill>
              </a:rPr>
              <a:t>!  Uebertragungsfehler bei jedem Medienbruch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97096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392B"/>
                </a:solidFill>
              </a:rPr>
              <a:t>!  Zeitverzoegerung und uneinheitliche Kommunikation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55464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0392B"/>
                </a:solidFill>
              </a:rPr>
              <a:t>!  Faellt eine Person aus, stockt alles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05271"/>
            <a:ext cx="11338560" cy="91440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14999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2026: Daten entstehen dort, wo sie bekannt sind — beim Kuenstler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99631"/>
            <a:ext cx="11064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Das Orgateam gibt frei, prueft und kommuniziert — aber tippt nicht mehr ab.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592823"/>
            <a:ext cx="11338560" cy="-36575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6592823"/>
            <a:ext cx="73152" cy="-36575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702551"/>
            <a:ext cx="11064240" cy="-2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„Nicht die Personen waren das Problem — der Prozess hat sie in eine unmoegliche Position gebracht."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VERGLEICH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Ablauf: Bisher vs.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10512"/>
            <a:ext cx="111556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10881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BISHER — alle Daten fließen zu zwei Personen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9424"/>
            <a:ext cx="210312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951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95144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Künstler
füllt Excel aus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334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249424"/>
            <a:ext cx="210312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2951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95144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Club sammelt
&amp; übergibt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6334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249424"/>
            <a:ext cx="210312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2951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95144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2 Personen
tippen 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334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249424"/>
            <a:ext cx="210312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2951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95144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Rückfragen über
Mittelsmänner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334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249424"/>
            <a:ext cx="2103120" cy="10058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2951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295144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Freigabe
&amp; Website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1556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29000"/>
            <a:ext cx="10881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2026 — Daten entstehen direkt bei der Quelle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2103120" cy="10058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8679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867912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Orgateam legt
Künstler 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062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3822191"/>
            <a:ext cx="2103120" cy="10058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8679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867912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Künstler erhält
Login-Link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2062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822191"/>
            <a:ext cx="2103120" cy="10058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38679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3867912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Künstler pflegt
Daten selbst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2062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3822191"/>
            <a:ext cx="2103120" cy="10058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8679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867912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Orgateam prüft
&amp; gibt frei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20624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822191"/>
            <a:ext cx="2103120" cy="10058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386791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800" y="3867912"/>
            <a:ext cx="1627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Bilder sofort
auf Website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919472"/>
            <a:ext cx="3749039" cy="16367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029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Entfällt komplett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513832"/>
            <a:ext cx="3474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✘  Excel-Konsolidierung
✘  Handschriftliches Abtippen
✘  Rückfragen über Mittelsmann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4919472"/>
            <a:ext cx="3749039" cy="1636776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029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Kommt neu dazu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5513832"/>
            <a:ext cx="3474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+  Künstler anlegen + Link senden
+  Bilder im System freigeben
+  „Vor Ort"-Status setzen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919472"/>
            <a:ext cx="3749039" cy="1636776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029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Wird deutlich besser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5513832"/>
            <a:ext cx="347472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↑  Datenqualität (Quelle = Künstler)
↑  Einheitliche Kommunikation
↑  Mehr Personen können freigeben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SCHRITT 0 — BEVOR DAS SYSTEM STARTET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Wie wir entscheiden, wen wir einladen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Jeder Club entscheidet für sich, wen er ansprechen möchte — auf Basis einer gemeinsamen Künstlerliste.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394960" cy="22402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Die gemeinsame Künstlerliste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Alle Clubs auf einer Liste (Name + E-Mail)
• Jeder Club markiert: ansprechen oder nicht
• Fehlende Künstler können ergänzt werden
• Ca. 4 Ausstellungsplätze je Club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79"/>
            <a:ext cx="539496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00599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NUMMERNKREISE JE CLUB (KKK-Stelle)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79"/>
            <a:ext cx="2578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1xx = ANW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5212079"/>
            <a:ext cx="2578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26694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2xx = BZG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19"/>
            <a:ext cx="2578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1558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3xx = EDK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5760719"/>
            <a:ext cx="2578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581558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4xx = 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09359"/>
            <a:ext cx="53949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36422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3087"/>
                </a:solidFill>
              </a:rPr>
              <a:t>900 = Mohr  ·  990 = Möndel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23160"/>
            <a:ext cx="548640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468879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ZWEI PHASEN — BEWUSST GETRENNT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880360"/>
            <a:ext cx="5486400" cy="18288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880360"/>
            <a:ext cx="73152" cy="18288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971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PHASE 1 — EINLADUNG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192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Künstler erhält Login-Link — noch keine verbindliche Zusage.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2160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Der Künstler kann Bilder hochladen und seine Seite vorbereiten. Die Teilnahme zur Ausstellung ist noch nicht bestätigt.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68E96"/>
                </a:solidFill>
              </a:rPr>
              <a:t>↓  Orgateam-Beschluss über Ausstellungsbesetzung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57800"/>
            <a:ext cx="5486400" cy="19202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257800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PHASE 2 — OFFIZIELLE BESTÄTIGUNG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696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Künstler erhält Zusage → „Vor Ort"-Status.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09904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Bilder werden automatisch auf „verfügbar" gesetzt. Steckbrief wird Pflicht für den Druck der A4-Schilder.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DAS NEUE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Künstler-Portal &amp; Bildnummerierung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0" cy="2743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So funktioniert der Künstler-Zugang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1.  Orgateam legt Künstler in der Datenbank an
• 2.  Künstler erhält persönlichen Login-Link per E-Mail
• 3.  Link 48 Stunden gültig (danach neuen anfordern)
• 4.  Künstler erfasst Bilder: Foto, Titel, Technik, Preis, Maße
• 5.  Bild erscheint erst nach Freigabe durch das Orgateam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5486400" cy="14630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3675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Auch Galeristen im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521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Mohr und Möndel haben eigene Künstlernummern.
• Ablauf ist identisch — Bilder laufen unter ihrer KKK-Nummer.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2316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Bildnummerierung: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9864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3087"/>
                </a:solidFill>
              </a:rPr>
              <a:t>26 . 001 . 03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794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68E96"/>
                </a:solidFill>
              </a:rPr>
              <a:t>Jahr    /    Künstlernr.    /    Bildnr.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1788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95057"/>
                </a:solidFill>
              </a:rPr>
              <a:t>26.990.01 = erstes Bild von Galeristin Möndel im Jahr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617720"/>
            <a:ext cx="5577840" cy="123444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727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Suche in beiden Formaten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212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Nach 26.001.03 (Anzeige) oder 2600103 (Rohnummer) suchen.
• Funktioniert im Admin-Bereich und im öffentlichen Katalog.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943600"/>
            <a:ext cx="5577840" cy="77724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60533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Vergabe automatisch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6537960"/>
            <a:ext cx="530352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Das System vergibt die Bildnummer — kein manuelles Pflegen.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ZWEI STUFEN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„Eingeladen" vs. „Vor Ort"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Das System unterscheidet, wer Bilder online zeigen darf, und wer zur physischen Ausstellung in der Villa zugelassen 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577840" cy="265176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Eingeladen — was das bedeutet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Bilder hochladen und auf der Website zeigen
✔  Bilder sichtbar, aber noch nicht als „verfügbar"
•      → kein Kauf möglich in dieser Phase
✔  Kein Steckbrief erforderlich
→  Breiteren Künstlerkreis ansprechen ohne frühe Zusagen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5577840" cy="265176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Vor Ort — was das bedeutet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5303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Zugelassen zur physischen Ausstellung in der Villa
✔  Bilder automatisch auf „verfügbar" — Kauf möglich
✔  Steckbrief-Pflicht: muss vollständig ausgefüllt sein
✔  Steckbrief wird auf A4 gedruckt und aufgestellt
→  Wird aktiv vom Orgateam gesetzt (nicht automatisch)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84648"/>
            <a:ext cx="11338560" cy="9144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84648"/>
            <a:ext cx="73152" cy="9144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94376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Die Trennung schützt die Künstler vor falschen Erwartungen — und uns vor frühen Zusagen, die wir nicht halten können.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08776"/>
            <a:ext cx="11338560" cy="347471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31850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„Vor Ort" — wer gibt heute das Signal?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803136"/>
            <a:ext cx="11064240" cy="-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Sobald das Orgateam über die Zulassung einig ist, setzt eine Person den Status im System. → Wir brauchen heute eine Benennung, wer das übernimmt.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WIE WIR NACH AUSSEN WIRKEN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Drei Kanäle — ein koordinierter Auftritt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7216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68879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Analog: Plakat &amp; Handzettel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Druckdaten zentral — eine Version, kein Wildwuchs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Bestellung zentral wie bisher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Versand auch an Künstler auf Anfrage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⚠  Verteilung durch Clubs bleibt dezentral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?   Tracking: Hängen Plakate wirklich?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2423160"/>
            <a:ext cx="3721608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468879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Digital: Pinterest &amp; Künstler-Kanäle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88036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Orgateam legt Pinterest-Account an, richtet Boards ein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38328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Jeder Pin verlinkt auf die Bildseite im Katalog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88620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Künstler legen eigene Pinterest-Accounts 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38912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Fertige Posting-Vorlagen für drei Zeitpunkte bereitstellen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89204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⚠  Social-Media-Kanäle der Künstler im Portal abfragen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4" y="2423160"/>
            <a:ext cx="3721608" cy="384048"/>
          </a:xfrm>
          <a:prstGeom prst="rect">
            <a:avLst/>
          </a:prstGeom>
          <a:solidFill>
            <a:srgbClr val="7A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2468879"/>
            <a:ext cx="3447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E-Mail-Verteiler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88036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Vorhanden: Künstler, Merkliste-Nutzer, Reservierer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38328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⚠  Fehlend: Club-Mitglieder aller Clubs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388620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⚠  Fehlend: Newsletter-Anmeldung auf 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4389120"/>
            <a:ext cx="3721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?   Presse-Strategie 2026 noch offen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96128"/>
            <a:ext cx="11338560" cy="960119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70585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Governance-Frage für heute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90488"/>
            <a:ext cx="110642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Wenn Kommunikation zentral läuft: Wer schreibt eigenverantwortlich? Vorschlag: Eine Person nach abgestimmtem Zeitplan.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NEUE ROLLENVERTEILUNG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Was das Orgateam 2026 übernimmt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Der manuelle Aufwand sinkt deutlich. Neue Aufgaben können auf mehrere Schultern verteilt werden.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3949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79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FÄLLT WEG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✘  Excel-Dateien aus mehreren Clubs zusammenführen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✘  Handschriftliche Einträge entziffern und abtippen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✘  Fehlende Daten über Clubmitglieder nachhaken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✘  Engstelle bei Freigaben und Veröffentlichungen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53949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46320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KOMMT NEU DAZU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+  Künstler anlegen + Einladungs-Link versenden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+  Bilder freigeben (Qualitätskontrolle im System)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72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+  „Vor Ort"-Status nach Orgateam-Beschluss setzen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6294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+  Steckbriefe prüfen und A4-Druck koordinieren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23160"/>
            <a:ext cx="548640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468879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VORGESCHLAGENE VERTEILUNG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486400" cy="850391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9535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Koordination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55848"/>
            <a:ext cx="5212080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Künstler anlegen, Links versenden, Gesamtüberblick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03904"/>
            <a:ext cx="5486400" cy="850391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770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Bild-Freigabe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79392"/>
            <a:ext cx="5212080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Hochgeladene Werke prüfen und genehmigen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27448"/>
            <a:ext cx="5486400" cy="850391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800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„Vor Ort" setzen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02936"/>
            <a:ext cx="5212080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Nach Orgateam-Beschluss den Status setzen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650992"/>
            <a:ext cx="5486400" cy="850391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7241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Steckbrief-Kontrolle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6126479"/>
            <a:ext cx="5212080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Vollständigkeit prüfen, Druck koordinieren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WAS DAS ORGATEAM BRAUCHT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Technische Voraussetzungen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Das System ist browserbasiert — kein Download, keine Installation. Ein moderner Browser genügt.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749039" cy="228600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</a:rPr>
              <a:t>Admin-Zugang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Passwort vom Systemverantwortlichen
• Funktioniert in jedem Browser
• Kein Download, keine Installation
• Nur intern vergeben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23160"/>
            <a:ext cx="3749039" cy="2286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Für Künstler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E-Mail-Adresse (beim Anlegen eintragen)
• Moderner Browser (Chrome, Safari, Firefox)
• Link kommt automatisch per E-Mail
• Link 48h gültig — jederzeit neuen anfordern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23160"/>
            <a:ext cx="3749039" cy="2286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Für Besucher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Kein Login erforderlich
• Reservierung per E-Mail-Adresse
• Merkliste ohne Anmeldung nutzbar
• Kaufanfrage per Formular auf der Website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338560" cy="1709927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A951"/>
                </a:solidFill>
              </a:rPr>
              <a:t>Was das System ohne zusätzliche Software kann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1106424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• Bilder hochladen &amp; verwalten  ·  Freigabe-Workflow  ·  Kasse vor Ort  ·  Reservierungen  ·  Merklisten  ·  Künstler-Portal  ·  Newsletter  ·  Kaufübersicht  ·  CSV-Import  ·  Bildaufsteller drucken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TECHNISCHE LIVESCHALTUNG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087"/>
                </a:solidFill>
              </a:rPr>
              <a:t>Das System ist fertig — zwei Entscheidungen fehlen noch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Alles läuft lokal. Damit Künstler und Besucher von außen zugreifen können, müssen diese Punkte vor September geklärt sein.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577840" cy="2697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①  Wo läuft das System?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Ein dauerhaft erreichbarer Server wird benötigt.
• 
•  VPS (Hetzner, Netcup): ~5–10 €/Monat — EMPFOHLEN
•  Managed Hosting: einfacher, mehr Aufwand
• 
→  Entscheidung heute erbeten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5577840" cy="269748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A5200"/>
                </a:solidFill>
              </a:rPr>
              <a:t>②  Unter welcher Adresse?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•  kunsttage-ludwigshoehe.de — stärker als Marke (NOCH FREI!)
•  katalog.lions-kunsttage.de — Subdomain, kein Neuvertrag nötig
• 
⚠  DNS-Änderungen brauchen bis zu 24h.
•     Rechtzeitig entscheiden!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30368"/>
            <a:ext cx="11338560" cy="868680"/>
          </a:xfrm>
          <a:prstGeom prst="rect">
            <a:avLst/>
          </a:prstGeom>
          <a:solidFill>
            <a:srgbClr val="F0F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230368"/>
            <a:ext cx="73152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21807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✔  E-Mail-Adressen geklärt (elmanfred@icloud.com · fh@hammann-hassloch.de).
    Noch ausstehend: SMTP-Zugangsdaten eines echten Mail-Anbieters (IONOS, Strato o.ä.) eintragen.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17920"/>
            <a:ext cx="11338560" cy="40233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27278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System fertig 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6272783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95057"/>
                </a:solidFill>
              </a:rPr>
              <a:t>Katalog, Reservierung, Kasse, Künstler-Portal, Newsletter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675120"/>
            <a:ext cx="11338560" cy="402336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72998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7000"/>
                </a:solidFill>
              </a:rPr>
              <a:t>Offen: heute entscheiden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6729983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95057"/>
                </a:solidFill>
              </a:rPr>
              <a:t>Server-Plattform und 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7132320"/>
            <a:ext cx="11338560" cy="4023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718718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Deadline: Mitte September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7187183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95057"/>
                </a:solidFill>
              </a:rPr>
              <a:t>Katalog muss live sein, bevor Einladungen rausgehen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1"/>
                </a:solidFill>
              </a:rPr>
              <a:t>LIONS  Kunsttage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Orgateam · 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476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68E96"/>
                </a:solidFill>
              </a:rPr>
              <a:t>Orgateam-Sitzung 26.6.2026  ·  14. Kunsttage auf der Ludwigshoehe  ·  17. &amp; 18. Oktober 2026  ·  Schloss Villa Ludwigshoehe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087"/>
                </a:solidFill>
              </a:rPr>
              <a:t>NÄCHSTE SCHRITTE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087"/>
                </a:solidFill>
              </a:rPr>
              <a:t>Was wir für den Start brauchen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577840" cy="214884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Aufgaben — heute Namen vergeben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Jemand legt Künstler an und sendet Login-Links
→  Jemand übernimmt die Bild-Freigabe im System
→  Eine Person setzt den „Vor Ort"-Status
→  Jemand prüft Steckbriefe und koordiniert den A4-Druck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81728"/>
            <a:ext cx="5577840" cy="1874519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914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Was jeder Club bis Ende Juli liefert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76088"/>
            <a:ext cx="5303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</a:rPr>
              <a:t>→  Vollständige Künstlerliste (Name + E-Mail)
→  Ansprechperson im Club für Rückfragen
→  Bestätigung: Künstler über neues Verfahren informiert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23160"/>
            <a:ext cx="557784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46887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DER ZEITPLAN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80360"/>
            <a:ext cx="5577840" cy="460857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35224"/>
            <a:ext cx="2011680" cy="22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Juli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23517"/>
            <a:ext cx="5303520" cy="24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95057"/>
                </a:solidFill>
              </a:rPr>
              <a:t>Rollenverteilung · Künstlerlisten vollständig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386937"/>
            <a:ext cx="5577840" cy="4608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441801"/>
            <a:ext cx="2011680" cy="22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30094"/>
            <a:ext cx="5303520" cy="24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95057"/>
                </a:solidFill>
              </a:rPr>
              <a:t>Login-Links an alle Künstler versandt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93515"/>
            <a:ext cx="5577840" cy="460857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48379"/>
            <a:ext cx="2011680" cy="22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September, Mitte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136672"/>
            <a:ext cx="5303520" cy="24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95057"/>
                </a:solidFill>
              </a:rPr>
              <a:t>Bilder freigegeben · Online-Katalog 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400092"/>
            <a:ext cx="5577840" cy="4608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454956"/>
            <a:ext cx="2011680" cy="22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Oktober, 1. Woche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43250"/>
            <a:ext cx="5303520" cy="24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95057"/>
                </a:solidFill>
              </a:rPr>
              <a:t>„Vor Ort" gesetzt · Steckbriefe vollständig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06670"/>
            <a:ext cx="5577840" cy="460857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961534"/>
            <a:ext cx="2011680" cy="22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087"/>
                </a:solidFill>
              </a:rPr>
              <a:t>17. &amp; 18. Okt.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149827"/>
            <a:ext cx="5303520" cy="24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95057"/>
                </a:solidFill>
              </a:rPr>
              <a:t>Kunsttage auf der Villa Ludwigshoehe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504688"/>
            <a:ext cx="5577840" cy="100584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504688"/>
            <a:ext cx="73152" cy="10058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61441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087"/>
                </a:solidFill>
              </a:rPr>
              <a:t>Das System läuft — es braucht jetzt euch. Namen für Aufgaben + Künstlerlisten bis Ende Juli.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